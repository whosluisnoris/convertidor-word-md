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Recordar mencionar la oficina nueva de Mérida.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_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Informe trimestral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840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Equipo de ventas · Tercer trimestre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Resultados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</a:rPr>
              <a:t>Ventas: +12 %</a:t>
            </a:r>
            <a:endParaRPr lang="en-US" sz="2000" dirty="0"/>
          </a:p>
          <a:p>
            <a:pPr lvl="1" marL="6858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Norte: 1.2 M</a:t>
            </a:r>
            <a:endParaRPr lang="en-US" sz="2000" dirty="0"/>
          </a:p>
          <a:p>
            <a:pPr lvl="1" marL="6858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Sur: 0.9 M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Clientes nuevos: 38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Por región</a:t>
            </a:r>
            <a:endParaRPr lang="en-US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73152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Región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Ventas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Norte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1.2 M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Sur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0.9 M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Nuestra oficina</a:t>
            </a:r>
            <a:endParaRPr lang="en-US" sz="3200" dirty="0"/>
          </a:p>
        </p:txBody>
      </p:sp>
      <p:pic>
        <p:nvPicPr>
          <p:cNvPr id="3" name="Image 0" descr="Foto de la oficin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2026-09-28T19:04:00Z</dcterms:created>
  <dcterms:modified xsi:type="dcterms:W3CDTF">2026-09-28T19:04:00Z</dcterms:modified>
</cp:coreProperties>
</file>